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01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3120" y="64008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unpacked/ppt/media/image-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685800"/>
            <a:ext cx="475488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HealthMate: Preventive Health Tracker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By Sarthak Mhatre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CDD"/>
                </a:solidFill>
              </a:rPr>
              <a:t>Roll No: 150096725214  |  B.Tech CSE 2025–29  |  HTML5, CSS3, JavaScript – Sem 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-2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4348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01550"/>
                </a:solidFill>
              </a:rPr>
              <a:t>Index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02920" y="1188720"/>
            <a:ext cx="411480" cy="411480"/>
          </a:xfrm>
          <a:prstGeom prst="ellipse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51560" y="11704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627632"/>
            <a:ext cx="77724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993392"/>
            <a:ext cx="411480" cy="411480"/>
          </a:xfrm>
          <a:prstGeom prst="ellipse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1975104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</a:rPr>
              <a:t>Solution — HealthMate Features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57200" y="2432304"/>
            <a:ext cx="77724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98064"/>
            <a:ext cx="411480" cy="411480"/>
          </a:xfrm>
          <a:prstGeom prst="ellipse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1560" y="277977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</a:rPr>
              <a:t>Working (Technologies &amp; Demo)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57200" y="3236976"/>
            <a:ext cx="77724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3602736"/>
            <a:ext cx="411480" cy="411480"/>
          </a:xfrm>
          <a:prstGeom prst="ellipse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602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1560" y="35844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04040"/>
                </a:solidFill>
              </a:rPr>
              <a:t>Conclusion &amp; Learning Outcomes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572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Note: Content slides (excluding Title &amp; Thank You) =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-2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434840"/>
            <a:ext cx="82296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4" name="Image 1" descr="/home/claude/unpacked/ppt/media/image-1-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73152"/>
            <a:ext cx="201168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77440" y="914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1550"/>
                </a:solidFill>
              </a:rPr>
              <a:t>What is the Problem?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65760" y="128016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1280160"/>
            <a:ext cx="201168" cy="621792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280160"/>
            <a:ext cx="201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8368" y="1280160"/>
            <a:ext cx="8028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</a:rPr>
              <a:t>People lack simple tools to monitor vital health metrics — BMI, Blood Pressure, and Sugar levels — in one place.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65760" y="198424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1984248"/>
            <a:ext cx="201168" cy="621792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1984248"/>
            <a:ext cx="201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8368" y="1984248"/>
            <a:ext cx="8028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</a:rPr>
              <a:t>No easy way to track trends over time or receive early warnings before health conditions worsen.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65760" y="268833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688336"/>
            <a:ext cx="201168" cy="621792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2688336"/>
            <a:ext cx="201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8368" y="2688336"/>
            <a:ext cx="8028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</a:rPr>
              <a:t>Doctor consultations are expensive &amp; inaccessible; preventive care is often neglected.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65760" y="339242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3392424"/>
            <a:ext cx="201168" cy="621792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3392424"/>
            <a:ext cx="201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8368" y="3392424"/>
            <a:ext cx="8028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</a:rPr>
              <a:t>Health data stays scattered across apps with no unified, simple dashboard for everyday users.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-2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434840"/>
            <a:ext cx="82296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4" name="Image 1" descr="/home/claude/unpacked/ppt/media/image-1-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73152"/>
            <a:ext cx="201168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77440" y="914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 — HealthMate Features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274320" y="77724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777240"/>
            <a:ext cx="1600200" cy="1005840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86968"/>
            <a:ext cx="594360" cy="5943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29184" y="8229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29184" y="822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1550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20040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550"/>
                </a:solidFill>
              </a:rPr>
              <a:t>Home Page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47472" y="2304288"/>
            <a:ext cx="145389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Hero section with feature cards for BMI, Tracking, Reports &amp; Doctor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011680" y="77724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011680" y="777240"/>
            <a:ext cx="1600200" cy="1005840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886968"/>
            <a:ext cx="594360" cy="5943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066544" y="8229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066544" y="822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1550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2057400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550"/>
                </a:solidFill>
              </a:rPr>
              <a:t>Health Tracker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084832" y="2304288"/>
            <a:ext cx="145389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Form for Date, Height, Weight, BP Systolic/Diastolic &amp; Sugar Level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749040" y="77724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749040" y="777240"/>
            <a:ext cx="1600200" cy="1005840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886968"/>
            <a:ext cx="594360" cy="5943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803904" y="8229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803904" y="822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1550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3794760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550"/>
                </a:solidFill>
              </a:rPr>
              <a:t>Reports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822192" y="2304288"/>
            <a:ext cx="145389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Dashboard: Avg BMI, Blood Pressure, Sugar Level &amp; Health Status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486400" y="77724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486400" y="777240"/>
            <a:ext cx="1600200" cy="1005840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886968"/>
            <a:ext cx="594360" cy="59436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541264" y="8229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5541264" y="822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1550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532120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550"/>
                </a:solidFill>
              </a:rPr>
              <a:t>Doctor Page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559552" y="2304288"/>
            <a:ext cx="145389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Dr. Mehta (Cardiology), Dr. Sharma (GP), Dr. Patel (Nutrition)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223760" y="777240"/>
            <a:ext cx="1600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223760" y="777240"/>
            <a:ext cx="1600200" cy="1005840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886968"/>
            <a:ext cx="594360" cy="59436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7278624" y="8229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7278624" y="822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1550"/>
                </a:solidFill>
              </a:rPr>
              <a:t>5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7269480" y="18288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1550"/>
                </a:solidFill>
              </a:rPr>
              <a:t>Plans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7296912" y="2304288"/>
            <a:ext cx="145389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Basic (Free), Pro ₹299/mo, Premium ₹599/mo — tiered features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-2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434840"/>
            <a:ext cx="82296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4" name="Image 1" descr="/home/claude/unpacked/ppt/media/image-1-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73152"/>
            <a:ext cx="201168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77440" y="914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Working — Technologies &amp; Method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274320" y="77724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777240"/>
            <a:ext cx="2011680" cy="658368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850392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8503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HTML5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84048" y="157276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550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Semantic 5-page structure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384048" y="219456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550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Forms &amp; input fields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384048" y="281635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1550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Tables for health records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2450592" y="77724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450592" y="777240"/>
            <a:ext cx="201168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85039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090672" y="8503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CSS3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2560320" y="157276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Grid &amp; Flexbox layouts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2560320" y="219456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Responsive cards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560320" y="281635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Custom maroon theme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626864" y="77724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626864" y="777240"/>
            <a:ext cx="2011680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850392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66944" y="8503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4718304" y="1536192"/>
            <a:ext cx="1828800" cy="411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718304" y="15361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weight / (height/100)²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736592" y="202996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BMI = wt / (ht/100)²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736592" y="265176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DOM manipulation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736592" y="327355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Dynamic table updates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803136" y="77724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803136" y="777240"/>
            <a:ext cx="2011680" cy="658368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850392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43216" y="85039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Storage API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6912864" y="157276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3A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Persist records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912864" y="219456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3A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JSON encode/decode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912864" y="281635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3A"/>
                </a:solidFill>
              </a:rPr>
              <a:t>◆ </a:t>
            </a:r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No server needed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packed/ppt/media/image-2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434840"/>
            <a:ext cx="82296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pic>
        <p:nvPicPr>
          <p:cNvPr id="4" name="Image 1" descr="/home/claude/unpacked/ppt/media/image-1-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73152"/>
            <a:ext cx="2011680" cy="5029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77440" y="914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 &amp; Learning Outcomes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274320" y="777240"/>
            <a:ext cx="4892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777240"/>
            <a:ext cx="4892040" cy="438912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777240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Results &amp; Conclusion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0759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3232" y="1280160"/>
            <a:ext cx="4352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BMI auto-calculated: weight / (height/100)²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80136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3232" y="1773936"/>
            <a:ext cx="4352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Health records persist via LocalStorage API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29514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3232" y="2267712"/>
            <a:ext cx="4352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Reports dashboard shows BMI, BP &amp; Sugar summary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788920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13232" y="2761488"/>
            <a:ext cx="4352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Doctor booking page with 3 specialist categories</a:t>
            </a:r>
            <a:endParaRPr lang="en-US" sz="14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282696"/>
            <a:ext cx="256032" cy="25603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13232" y="3255264"/>
            <a:ext cx="4352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Subscription tiers: Basic / Pro / Premium plans</a:t>
            </a:r>
            <a:endParaRPr lang="en-US" sz="14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776472"/>
            <a:ext cx="256032" cy="25603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13232" y="3749040"/>
            <a:ext cx="4352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Runs 100% in browser — no server required</a:t>
            </a:r>
            <a:endParaRPr lang="en-US" sz="1400" dirty="0"/>
          </a:p>
        </p:txBody>
      </p:sp>
      <p:sp>
        <p:nvSpPr>
          <p:cNvPr id="21" name="Shape 11"/>
          <p:cNvSpPr/>
          <p:nvPr/>
        </p:nvSpPr>
        <p:spPr>
          <a:xfrm>
            <a:off x="5349240" y="777240"/>
            <a:ext cx="3520440" cy="3977640"/>
          </a:xfrm>
          <a:prstGeom prst="rect">
            <a:avLst/>
          </a:prstGeom>
          <a:solidFill>
            <a:srgbClr val="A01550"/>
          </a:solidFill>
          <a:ln w="12700">
            <a:solidFill>
              <a:srgbClr val="A01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2"/>
          <p:cNvSpPr/>
          <p:nvPr/>
        </p:nvSpPr>
        <p:spPr>
          <a:xfrm>
            <a:off x="5394960" y="8503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Learning Outcomes</a:t>
            </a:r>
            <a:endParaRPr lang="en-US" sz="1600" dirty="0"/>
          </a:p>
        </p:txBody>
      </p:sp>
      <p:sp>
        <p:nvSpPr>
          <p:cNvPr id="23" name="Shape 13"/>
          <p:cNvSpPr/>
          <p:nvPr/>
        </p:nvSpPr>
        <p:spPr>
          <a:xfrm>
            <a:off x="6126480" y="1280160"/>
            <a:ext cx="2011680" cy="36576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5468112" y="1417320"/>
            <a:ext cx="274320" cy="274320"/>
          </a:xfrm>
          <a:prstGeom prst="ellipse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5468112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1550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580644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EEE"/>
                </a:solidFill>
              </a:rPr>
              <a:t>HTML5 forms, tables &amp; structure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5468112" y="1892808"/>
            <a:ext cx="274320" cy="274320"/>
          </a:xfrm>
          <a:prstGeom prst="ellipse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5468112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1550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5806440" y="18928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EEE"/>
                </a:solidFill>
              </a:rPr>
              <a:t>CSS3 Grid, Flexbox &amp; UI design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5468112" y="2368296"/>
            <a:ext cx="274320" cy="274320"/>
          </a:xfrm>
          <a:prstGeom prst="ellipse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5468112" y="23682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1550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5806440" y="23682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EEE"/>
                </a:solidFill>
              </a:rPr>
              <a:t>JS DOM &amp; event listeners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5468112" y="2843784"/>
            <a:ext cx="274320" cy="274320"/>
          </a:xfrm>
          <a:prstGeom prst="ellipse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5468112" y="2843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1550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5806440" y="2843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EEE"/>
                </a:solidFill>
              </a:rPr>
              <a:t>LocalStorage persistence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5468112" y="3319272"/>
            <a:ext cx="274320" cy="274320"/>
          </a:xfrm>
          <a:prstGeom prst="ellipse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468112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1550"/>
                </a:solidFill>
              </a:rPr>
              <a:t>5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580644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EEE"/>
                </a:solidFill>
              </a:rPr>
              <a:t>BMI &amp; health metric logic</a:t>
            </a:r>
            <a:endParaRPr lang="en-US" sz="1300" dirty="0"/>
          </a:p>
        </p:txBody>
      </p:sp>
      <p:sp>
        <p:nvSpPr>
          <p:cNvPr id="39" name="Shape 29"/>
          <p:cNvSpPr/>
          <p:nvPr/>
        </p:nvSpPr>
        <p:spPr>
          <a:xfrm>
            <a:off x="5468112" y="3794760"/>
            <a:ext cx="274320" cy="274320"/>
          </a:xfrm>
          <a:prstGeom prst="ellipse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5468112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1550"/>
                </a:solidFill>
              </a:rPr>
              <a:t>6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580644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EEE"/>
                </a:solidFill>
              </a:rPr>
              <a:t>Healthcare UX/UI design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5349240" y="44256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CCCC"/>
                </a:solidFill>
              </a:rPr>
              <a:t>HTML5  ·  CSS3  ·  JavaScript  ·  LocalStorage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01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3120" y="59436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unpacked/ppt/media/image-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0" y="640080"/>
            <a:ext cx="475488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CDD"/>
                </a:solidFill>
              </a:rPr>
              <a:t>Sarthak Mhatre  |  Roll: 150096725214  |  B.Tech CSE 2025–29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HealthMate: Preventive Health Tracker</dc:title>
  <dc:subject>PptxGenJS Presentation</dc:subject>
  <dc:creator>Sarthak Mhatre</dc:creator>
  <cp:lastModifiedBy>Sarthak Mhatre</cp:lastModifiedBy>
  <cp:revision>1</cp:revision>
  <dcterms:created xsi:type="dcterms:W3CDTF">2026-03-11T17:48:22Z</dcterms:created>
  <dcterms:modified xsi:type="dcterms:W3CDTF">2026-03-11T17:48:22Z</dcterms:modified>
</cp:coreProperties>
</file>